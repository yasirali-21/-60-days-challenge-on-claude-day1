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-1828800"/>
            <a:ext cx="6400800" cy="6400800"/>
          </a:xfrm>
          <a:prstGeom prst="ellipse">
            <a:avLst/>
          </a:prstGeom>
          <a:solidFill>
            <a:srgbClr val="16213E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14B8A6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2860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CAREER COPILOT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Intelligence Platform for Final-Year Students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38404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uncertain first draft to a resume that passes ATS and gets read.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6035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Yasir  |  ABTalks 60-Day Claude AI Mastery Challenge — Capstone Project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Great candidates get filtered out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a human ever reads their resume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5603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75%+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333756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resumes are rejected by ATS software before reaching a recruiter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237744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0" y="25603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72000" y="333756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scalable feedback loops available to most final-year students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38160" y="237744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8366760" y="25603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1st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366760" y="333756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most students ever write — with no professional benchmark to compare against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7548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centers and seniors offer inconsistent, unscalable feedback. Templates only fix formatting — they don't diagnose the resume's real weaknesses.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Career Copilot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IT'S FOR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the final-year student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writing their first real resume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5349240" cy="1554480"/>
          </a:xfrm>
          <a:prstGeom prst="roundRect">
            <a:avLst>
              <a:gd name="adj" fmla="val 5882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4505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8346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Final-year university students, graduating within 0–12 months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200" y="2286000"/>
            <a:ext cx="5349240" cy="1554480"/>
          </a:xfrm>
          <a:prstGeom prst="roundRect">
            <a:avLst>
              <a:gd name="adj" fmla="val 5882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6446520" y="24505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46520" y="28346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to no formal work experience — resume built from projects, internships, self-study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5349240" cy="1554480"/>
          </a:xfrm>
          <a:prstGeom prst="roundRect">
            <a:avLst>
              <a:gd name="adj" fmla="val 5882"/>
            </a:avLst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2793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46634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know if the resume is good enough, or why it isn't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72200" y="4114800"/>
            <a:ext cx="5349240" cy="1554480"/>
          </a:xfrm>
          <a:prstGeom prst="roundRect">
            <a:avLst>
              <a:gd name="adj" fmla="val 5882"/>
            </a:avLst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42793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46520" y="46634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 to apply with confidence and actually pass ATS screening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Career Copilot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upload. A complete, honest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diagnosis of your resume.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548640" cy="54864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224028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resume (PDF, DOCX, or pasted text) — optionally paste a target job description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520440"/>
            <a:ext cx="548640" cy="54864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520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347472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analyzes it section by section against real ATS and recruiter standards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754880"/>
            <a:ext cx="548640" cy="54864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754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71600" y="47091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detailed report: scores, flagged weaknesses, missing skills, rewritten weak bullets, and a JD-match score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Career Copilot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core engine. One focused bonus.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bloat.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6583680" cy="4023360"/>
          </a:xfrm>
          <a:prstGeom prst="roundRect">
            <a:avLst>
              <a:gd name="adj" fmla="val 2727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4231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— AI RESUME ANALYZER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880360"/>
            <a:ext cx="5943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Section-by-section breakdown (Contact, Summary, Education, Experience, Skills, ATS Formatting)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+ per-section ATS-friendliness scoring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Missing-skills detection against your target field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Job-description match score + top gaps (when JD provided)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rewritten bullet points for weak lines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406640" y="2194560"/>
            <a:ext cx="4251960" cy="4023360"/>
          </a:xfrm>
          <a:prstGeom prst="roundRect">
            <a:avLst>
              <a:gd name="adj" fmla="val 2727"/>
            </a:avLst>
          </a:prstGeom>
          <a:solidFill>
            <a:srgbClr val="14B8A6">
              <a:alpha val="15000"/>
            </a:srgbClr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0" y="2423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680960" y="27889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Cover Letter Generator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680960" y="342900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from the same resume + JD data — tailored, not generic, with zero extra input required.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Career Copilot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architecture, built for a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9-day solo build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221992"/>
            <a:ext cx="54864" cy="5029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488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017520" y="214884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Single-page web app — clean upload flow into a structured report view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54864" cy="5029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99008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017520" y="2990088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server layer — keeps the AI API key secure, never exposed to the browser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904488"/>
            <a:ext cx="54864" cy="5029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831336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017520" y="3831336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with a strict JSON output schema — structured, consistent, hallucination-guarded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745736"/>
            <a:ext cx="54864" cy="5029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672584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017520" y="4672584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PDF/DOCX text extraction with a plain-text paste fallback for reliability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586984"/>
            <a:ext cx="54864" cy="5029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51383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017520" y="5513832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public URL, stateless — no accounts, no database, minimal moving parts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Career Copilot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Deliberately excluded from v1.0 —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forgotten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66751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accounts + saved history to track improvement over time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practice &amp; mock interview simulation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profile optimization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/ GitHub analysis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resume rewriting &amp; multi-resume comparison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589520" y="2286000"/>
            <a:ext cx="4023360" cy="36576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0" y="2514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EXCLUDE THEM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863840" y="2926080"/>
            <a:ext cx="3474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discipline is what makes a polished, reliable v1.0 possible in 9 days. One sharp product beats five shallow ones.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Career Copilot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6400800" cy="6400800"/>
          </a:xfrm>
          <a:prstGeom prst="ellipse">
            <a:avLst/>
          </a:prstGeom>
          <a:solidFill>
            <a:srgbClr val="14B8A6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228600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student deserves an honest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 review before a recruiter sees it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4114800"/>
            <a:ext cx="8961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Career Copilot starts with the resume — the single highest-leverage document in a student's job search — and earns the right to expand into interviews, LinkedIn, and full career guidance from there.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v1.0 — Day 10 of the ABTalks 60-Day Claude AI Mastery Challenge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2026-07-27T10:20:29Z</dcterms:created>
  <dcterms:modified xsi:type="dcterms:W3CDTF">2026-07-27T10:20:29Z</dcterms:modified>
</cp:coreProperties>
</file>